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2904" y="2212848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 dirty="0">
                <a:solidFill>
                  <a:srgbClr val="FFFFFF"/>
                </a:solidFill>
              </a:rPr>
              <a:t>Maze Solver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041982"/>
            <a:ext cx="1124712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-2453149" y="5556209"/>
            <a:ext cx="112471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0" i="1" dirty="0">
                <a:solidFill>
                  <a:srgbClr val="96B4DC"/>
                </a:solidFill>
              </a:rPr>
              <a:t>Made by: Mohamed </a:t>
            </a:r>
            <a:r>
              <a:rPr lang="en-US" sz="1600" b="0" i="1" dirty="0" err="1">
                <a:solidFill>
                  <a:srgbClr val="96B4DC"/>
                </a:solidFill>
              </a:rPr>
              <a:t>mohsen</a:t>
            </a:r>
            <a:r>
              <a:rPr lang="en-US" sz="1600" b="0" i="1" dirty="0">
                <a:solidFill>
                  <a:srgbClr val="96B4DC"/>
                </a:solidFill>
              </a:rPr>
              <a:t> </a:t>
            </a:r>
            <a:r>
              <a:rPr lang="en-US" sz="1600" b="0" i="1" dirty="0" err="1">
                <a:solidFill>
                  <a:srgbClr val="96B4DC"/>
                </a:solidFill>
              </a:rPr>
              <a:t>salih</a:t>
            </a:r>
            <a:endParaRPr sz="1600" b="0" i="1" dirty="0">
              <a:solidFill>
                <a:srgbClr val="96B4DC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3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594078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 dirty="0">
                <a:solidFill>
                  <a:srgbClr val="FFFFFF"/>
                </a:solidFill>
              </a:rPr>
              <a:t>Project Description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1487181"/>
            <a:ext cx="1124712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444457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 dirty="0">
                <a:solidFill>
                  <a:srgbClr val="DCE6FF"/>
                </a:solidFill>
              </a:rPr>
              <a:t>Maze Solver is an interactive grid-based application built with Python and </a:t>
            </a:r>
            <a:r>
              <a:rPr sz="1800" b="0" i="0" dirty="0" err="1">
                <a:solidFill>
                  <a:srgbClr val="DCE6FF"/>
                </a:solidFill>
              </a:rPr>
              <a:t>Pygame</a:t>
            </a:r>
            <a:r>
              <a:rPr sz="1800" b="0" i="0" dirty="0">
                <a:solidFill>
                  <a:srgbClr val="DCE6FF"/>
                </a:solidFill>
              </a:rPr>
              <a:t>. The user draws walls on a 10x10 grid, places a Start (S) and Goal (G) cell, then launches an AI agent that visually explores the maze step by step. The agent finds the shortest path using either BFS or A* algorithm, and displays the result including path length, cells visited, and time taken.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428526"/>
            <a:ext cx="1124712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726603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 dirty="0">
                <a:solidFill>
                  <a:srgbClr val="FFFFFF"/>
                </a:solidFill>
              </a:rPr>
              <a:t>PEAS</a:t>
            </a:r>
          </a:p>
        </p:txBody>
      </p:sp>
      <p:sp>
        <p:nvSpPr>
          <p:cNvPr id="3" name="Rectangle 2"/>
          <p:cNvSpPr/>
          <p:nvPr/>
        </p:nvSpPr>
        <p:spPr>
          <a:xfrm>
            <a:off x="470852" y="1657134"/>
            <a:ext cx="1124712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2396122"/>
            <a:ext cx="2743200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dirty="0">
                <a:solidFill>
                  <a:srgbClr val="3B82F6"/>
                </a:solidFill>
              </a:rPr>
              <a:t>Performance</a:t>
            </a:r>
          </a:p>
          <a:p>
            <a:r>
              <a:rPr dirty="0">
                <a:solidFill>
                  <a:srgbClr val="FFFFFF"/>
                </a:solidFill>
              </a:rPr>
              <a:t>  •  Shortest path found</a:t>
            </a:r>
          </a:p>
          <a:p>
            <a:r>
              <a:rPr dirty="0">
                <a:solidFill>
                  <a:srgbClr val="FFFFFF"/>
                </a:solidFill>
              </a:rPr>
              <a:t>  •  Fewest cells visited</a:t>
            </a:r>
          </a:p>
          <a:p>
            <a:r>
              <a:rPr dirty="0">
                <a:solidFill>
                  <a:srgbClr val="FFFFFF"/>
                </a:solidFill>
              </a:rPr>
              <a:t>  •  Fastest execution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2396122"/>
            <a:ext cx="2926080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dirty="0">
                <a:solidFill>
                  <a:srgbClr val="3B82F6"/>
                </a:solidFill>
              </a:rPr>
              <a:t>Environment</a:t>
            </a:r>
          </a:p>
          <a:p>
            <a:r>
              <a:rPr sz="2000" dirty="0">
                <a:solidFill>
                  <a:srgbClr val="FFFFFF"/>
                </a:solidFill>
              </a:rPr>
              <a:t>  •  10x10 grid maze</a:t>
            </a:r>
          </a:p>
          <a:p>
            <a:r>
              <a:rPr sz="2000" dirty="0">
                <a:solidFill>
                  <a:srgbClr val="FFFFFF"/>
                </a:solidFill>
              </a:rPr>
              <a:t>  •  Static walls set by user</a:t>
            </a:r>
          </a:p>
          <a:p>
            <a:r>
              <a:rPr dirty="0">
                <a:solidFill>
                  <a:srgbClr val="FFFFFF"/>
                </a:solidFill>
              </a:rPr>
              <a:t>  •  Single Start and Goal cell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447240"/>
            <a:ext cx="285725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dirty="0">
                <a:solidFill>
                  <a:srgbClr val="3B82F6"/>
                </a:solidFill>
              </a:rPr>
              <a:t>Actuators</a:t>
            </a:r>
          </a:p>
          <a:p>
            <a:r>
              <a:rPr sz="2000" dirty="0">
                <a:solidFill>
                  <a:srgbClr val="FFFFFF"/>
                </a:solidFill>
              </a:rPr>
              <a:t>  •  Move to adjacent cell</a:t>
            </a:r>
          </a:p>
          <a:p>
            <a:r>
              <a:rPr sz="2000" dirty="0">
                <a:solidFill>
                  <a:srgbClr val="FFFFFF"/>
                </a:solidFill>
              </a:rPr>
              <a:t>  •  Mark cells as visited</a:t>
            </a:r>
          </a:p>
          <a:p>
            <a:r>
              <a:rPr sz="2000" dirty="0">
                <a:solidFill>
                  <a:srgbClr val="FFFFFF"/>
                </a:solidFill>
              </a:rPr>
              <a:t>  •  Highlight final path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75174" y="2460039"/>
            <a:ext cx="292608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dirty="0">
                <a:solidFill>
                  <a:srgbClr val="3B82F6"/>
                </a:solidFill>
              </a:rPr>
              <a:t>Sensors</a:t>
            </a:r>
          </a:p>
          <a:p>
            <a:r>
              <a:rPr sz="2000" dirty="0">
                <a:solidFill>
                  <a:srgbClr val="FFFFFF"/>
                </a:solidFill>
              </a:rPr>
              <a:t>  •  Current cell position</a:t>
            </a:r>
          </a:p>
          <a:p>
            <a:r>
              <a:rPr sz="2000" dirty="0">
                <a:solidFill>
                  <a:srgbClr val="FFFFFF"/>
                </a:solidFill>
              </a:rPr>
              <a:t>  •  Neighboring cell states</a:t>
            </a:r>
          </a:p>
          <a:p>
            <a:r>
              <a:rPr sz="2000" dirty="0">
                <a:solidFill>
                  <a:srgbClr val="FFFFFF"/>
                </a:solidFill>
              </a:rPr>
              <a:t>  •  Goal cell location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3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9045" y="5943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 dirty="0">
                <a:solidFill>
                  <a:srgbClr val="FFFFFF"/>
                </a:solidFill>
              </a:rPr>
              <a:t>ODESA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62456"/>
            <a:ext cx="1124712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2743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3B82F6"/>
                </a:solidFill>
              </a:rPr>
              <a:t>Observable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828800"/>
            <a:ext cx="8229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FFFFFF"/>
                </a:solidFill>
              </a:rPr>
              <a:t>The agent can see the full grid at all times — no hidden cells or unknown areas.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514600"/>
            <a:ext cx="11247120" cy="36576"/>
          </a:xfrm>
          <a:prstGeom prst="rect">
            <a:avLst/>
          </a:prstGeom>
          <a:solidFill>
            <a:srgbClr val="3C5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2743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3B82F6"/>
                </a:solidFill>
              </a:rPr>
              <a:t>Deterministic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743200"/>
            <a:ext cx="8229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FFFFFF"/>
                </a:solidFill>
              </a:rPr>
              <a:t>Every action has a fixed outcome — moving to a cell always succeeds if it is walkable.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429000"/>
            <a:ext cx="11247120" cy="36576"/>
          </a:xfrm>
          <a:prstGeom prst="rect">
            <a:avLst/>
          </a:prstGeom>
          <a:solidFill>
            <a:srgbClr val="3C5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3657600"/>
            <a:ext cx="2743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3B82F6"/>
                </a:solidFill>
              </a:rPr>
              <a:t>Episodic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657600"/>
            <a:ext cx="8229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FFFFFF"/>
                </a:solidFill>
              </a:rPr>
              <a:t>Each run is independent — the agent starts fresh every time SPACE is pressed.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343400"/>
            <a:ext cx="11247120" cy="36576"/>
          </a:xfrm>
          <a:prstGeom prst="rect">
            <a:avLst/>
          </a:prstGeom>
          <a:solidFill>
            <a:srgbClr val="3C5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4572000"/>
            <a:ext cx="2743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3B82F6"/>
                </a:solidFill>
              </a:rPr>
              <a:t>Static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4572000"/>
            <a:ext cx="8229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FFFFFF"/>
                </a:solidFill>
              </a:rPr>
              <a:t>The environment does not change while the agent is running — walls stay fixed during search.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257800"/>
            <a:ext cx="11247120" cy="36576"/>
          </a:xfrm>
          <a:prstGeom prst="rect">
            <a:avLst/>
          </a:prstGeom>
          <a:solidFill>
            <a:srgbClr val="3C5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5486400"/>
            <a:ext cx="2743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3B82F6"/>
                </a:solidFill>
              </a:rPr>
              <a:t>Accessible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5486400"/>
            <a:ext cx="8229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FFFFFF"/>
                </a:solidFill>
              </a:rPr>
              <a:t>All cell states (wall, empty, visited, goal) are fully known to the agent at every step.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Agent Type  ·  Algorithm  ·  Goal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4712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3B82F6"/>
                </a:solidFill>
              </a:rPr>
              <a:t>Agent Type — Goal-Based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112471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FFFFFF"/>
                </a:solidFill>
              </a:rPr>
              <a:t>The agent knows its goal (reaching G) and chooses actions that move it closer. It uses an internal model (visited cells + came-from map) to decide its next step. This matches the AIMA Goal-Based Agent definition exactly.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697480"/>
            <a:ext cx="11247120" cy="36576"/>
          </a:xfrm>
          <a:prstGeom prst="rect">
            <a:avLst/>
          </a:prstGeom>
          <a:solidFill>
            <a:srgbClr val="3C5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2788920"/>
            <a:ext cx="112471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3B82F6"/>
                </a:solidFill>
              </a:rPr>
              <a:t>Algorithms</a:t>
            </a:r>
            <a:r>
              <a:rPr sz="1800" b="1" i="0" dirty="0">
                <a:solidFill>
                  <a:srgbClr val="3B82F6"/>
                </a:solidFill>
              </a:rPr>
              <a:t> Used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46120"/>
            <a:ext cx="530352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>
                <a:solidFill>
                  <a:srgbClr val="3B82F6"/>
                </a:solidFill>
              </a:rPr>
              <a:t>BFS  (Breadth-First Search)</a:t>
            </a:r>
          </a:p>
          <a:p>
            <a:r>
              <a:rPr sz="1300" dirty="0">
                <a:solidFill>
                  <a:srgbClr val="FFFFFF"/>
                </a:solidFill>
              </a:rPr>
              <a:t>  •  </a:t>
            </a:r>
            <a:r>
              <a:rPr sz="1600" dirty="0">
                <a:solidFill>
                  <a:srgbClr val="FFFFFF"/>
                </a:solidFill>
              </a:rPr>
              <a:t>Explores all neighbors level by level</a:t>
            </a:r>
          </a:p>
          <a:p>
            <a:r>
              <a:rPr sz="1600" dirty="0">
                <a:solidFill>
                  <a:srgbClr val="FFFFFF"/>
                </a:solidFill>
              </a:rPr>
              <a:t>  •  Guarantees the shortest path</a:t>
            </a:r>
          </a:p>
          <a:p>
            <a:r>
              <a:rPr sz="1600" dirty="0">
                <a:solidFill>
                  <a:srgbClr val="FFFFFF"/>
                </a:solidFill>
              </a:rPr>
              <a:t>  •  Does not use any heuristic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3246120"/>
            <a:ext cx="530352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>
                <a:solidFill>
                  <a:srgbClr val="3B82F6"/>
                </a:solidFill>
              </a:rPr>
              <a:t>A*  (A-Star)</a:t>
            </a:r>
          </a:p>
          <a:p>
            <a:r>
              <a:rPr sz="1300" dirty="0">
                <a:solidFill>
                  <a:srgbClr val="FFFFFF"/>
                </a:solidFill>
              </a:rPr>
              <a:t>  </a:t>
            </a:r>
            <a:r>
              <a:rPr sz="1600" dirty="0">
                <a:solidFill>
                  <a:srgbClr val="FFFFFF"/>
                </a:solidFill>
              </a:rPr>
              <a:t>•  Uses Manhattan distance as heuristic</a:t>
            </a:r>
          </a:p>
          <a:p>
            <a:r>
              <a:rPr sz="1600" dirty="0">
                <a:solidFill>
                  <a:srgbClr val="FFFFFF"/>
                </a:solidFill>
              </a:rPr>
              <a:t>  •  Reaches the goal faster than BFS</a:t>
            </a:r>
          </a:p>
          <a:p>
            <a:r>
              <a:rPr sz="1600" dirty="0">
                <a:solidFill>
                  <a:srgbClr val="FFFFFF"/>
                </a:solidFill>
              </a:rPr>
              <a:t>  •  Still guarantees the shortest path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212080"/>
            <a:ext cx="11247120" cy="36576"/>
          </a:xfrm>
          <a:prstGeom prst="rect">
            <a:avLst/>
          </a:prstGeom>
          <a:solidFill>
            <a:srgbClr val="3C5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5303520"/>
            <a:ext cx="1371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3B82F6"/>
                </a:solidFill>
              </a:rPr>
              <a:t>Goal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5303520"/>
            <a:ext cx="9875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FFFFFF"/>
                </a:solidFill>
              </a:rPr>
              <a:t>Find and display the shortest path from S to G while avoiding walls, step by step.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384</Words>
  <Application>Microsoft Office PowerPoint</Application>
  <PresentationFormat>Custom</PresentationFormat>
  <Paragraphs>46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Mohamed Mohsin Salih</cp:lastModifiedBy>
  <cp:revision>3</cp:revision>
  <dcterms:created xsi:type="dcterms:W3CDTF">2013-01-27T09:14:16Z</dcterms:created>
  <dcterms:modified xsi:type="dcterms:W3CDTF">2026-04-24T16:58:29Z</dcterms:modified>
  <cp:category/>
</cp:coreProperties>
</file>